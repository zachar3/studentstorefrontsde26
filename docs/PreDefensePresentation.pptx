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Target: 25s. State the goal: this is not a feature list. We are showing why the product matters, what is working now, and which technical risks we solved.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Target: 35s. Make this concrete: campus sales already happen, but the channel is optimized for conversation, not inventory. The product value is not inventing sales; it is removing friction from an existing behavior.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Target: 35s. Emphasize why users would switch: we do not force them to abandon WhatsApp. WhatsApp remains the contact and optional posting channel; the web app becomes the source of truth.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Target: 35s. Keep this factual. Mention that the repo has a usable vertical slice, not just mockups: UI, API, DB, security, and integration services.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Target: 60s including live demo. If the app is slow, use seeded data from DataLoader or existing DB. Do not explain implementation here; let the demo prove the product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Target: 70s including live demo. If Cloudinary is unavailable, say one sentence: image upload depends on env config, then show existing listing management instead. Do not debug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Target: 50s. This is a real technical challenge because the risk is duplicated state and inconsistent sold status. The solution is clear boundary setting: backend is source of truth; bot is an adapter.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Target: 60s. This is stronger than saying "we used JWT". Explain the uncertainty: the user begins on desktop/browser but confirms identity from WhatsApp. We solved it with a short-lived polling session and one-time claim token.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Target: 45s. This is intentionally optional because external services are risky in a defense. Have terminal/API screenshots or docs open as a fallback.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Target: 45s. Avoid overclaiming. The important point is that this is not just a form; image handling affects data model, API shape, UI preview, external storage, and bot ingestion.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Target: 35s. Evidence must be concrete. Mention tests for the riskiest auth integration, not just generic "we tested it".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Target: 40s. This improves credibility. Present gaps as controlled engineering risk, not surprises. Tie each gap to a next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Target: 25s. End with the one-sentence takeaway and concrete sprint priorities. Do not introduce new features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Storefront Pre-Defense</dc:title>
  <dc:subject>PptxGenJS Presentation</dc:subject>
  <dc:creator>Created by Marp</dc:creator>
  <cp:lastModifiedBy>Created by Marp</cp:lastModifiedBy>
  <cp:revision>1</cp:revision>
  <dcterms:created xsi:type="dcterms:W3CDTF">2026-04-27T13:55:43Z</dcterms:created>
  <dcterms:modified xsi:type="dcterms:W3CDTF">2026-04-27T13:55:43Z</dcterms:modified>
</cp:coreProperties>
</file>